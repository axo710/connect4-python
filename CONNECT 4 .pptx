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4"/>
    <p:sldMasterId id="2147483715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Work Sans Medium"/>
      <p:regular r:id="rId8"/>
      <p:bold r:id="rId9"/>
      <p:italic r:id="rId10"/>
      <p:boldItalic r:id="rId11"/>
    </p:embeddedFont>
    <p:embeddedFont>
      <p:font typeface="Work Sans"/>
      <p:regular r:id="rId12"/>
      <p:bold r:id="rId13"/>
      <p:italic r:id="rId14"/>
      <p:boldItalic r:id="rId15"/>
    </p:embeddedFont>
    <p:embeddedFont>
      <p:font typeface="Unbounde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WorkSa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WorkSansMedium-regular.fntdata"/><Relationship Id="rId11" Type="http://schemas.openxmlformats.org/officeDocument/2006/relationships/font" Target="fonts/WorkSansMedium-boldItalic.fntdata"/><Relationship Id="rId10" Type="http://schemas.openxmlformats.org/officeDocument/2006/relationships/font" Target="fonts/WorkSansMedium-italic.fntdata"/><Relationship Id="rId13" Type="http://schemas.openxmlformats.org/officeDocument/2006/relationships/font" Target="fonts/WorkSans-bold.fntdata"/><Relationship Id="rId12" Type="http://schemas.openxmlformats.org/officeDocument/2006/relationships/font" Target="fonts/WorkSans-regular.fntdata"/><Relationship Id="rId15" Type="http://schemas.openxmlformats.org/officeDocument/2006/relationships/font" Target="fonts/WorkSans-boldItalic.fntdata"/><Relationship Id="rId14" Type="http://schemas.openxmlformats.org/officeDocument/2006/relationships/font" Target="fonts/WorkSans-italic.fntdata"/><Relationship Id="rId17" Type="http://schemas.openxmlformats.org/officeDocument/2006/relationships/font" Target="fonts/Unbounded-bold.fntdata"/><Relationship Id="rId16" Type="http://schemas.openxmlformats.org/officeDocument/2006/relationships/font" Target="fonts/Unbounde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b73348f3b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ab73348f3b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1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999086" y="314238"/>
            <a:ext cx="3867278" cy="5117184"/>
            <a:chOff x="4999086" y="314238"/>
            <a:chExt cx="3867278" cy="5117184"/>
          </a:xfrm>
        </p:grpSpPr>
        <p:sp>
          <p:nvSpPr>
            <p:cNvPr id="56" name="Google Shape;56;p14"/>
            <p:cNvSpPr/>
            <p:nvPr/>
          </p:nvSpPr>
          <p:spPr>
            <a:xfrm rot="-2279872">
              <a:off x="5390488" y="3101850"/>
              <a:ext cx="1938496" cy="1938444"/>
            </a:xfrm>
            <a:prstGeom prst="star4">
              <a:avLst>
                <a:gd fmla="val 2731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 rot="-9001516">
              <a:off x="6992089" y="433587"/>
              <a:ext cx="1242950" cy="2861501"/>
            </a:xfrm>
            <a:prstGeom prst="trapezoid">
              <a:avLst>
                <a:gd fmla="val 1648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58" name="Google Shape;58;p14"/>
          <p:cNvSpPr txBox="1"/>
          <p:nvPr>
            <p:ph type="title"/>
          </p:nvPr>
        </p:nvSpPr>
        <p:spPr>
          <a:xfrm>
            <a:off x="328350" y="991800"/>
            <a:ext cx="8487300" cy="31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568850" y="3519600"/>
            <a:ext cx="60063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 sz="28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28350" y="340600"/>
            <a:ext cx="8487300" cy="44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2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97038" y="160550"/>
            <a:ext cx="8487300" cy="14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2299588" y="3698375"/>
            <a:ext cx="48822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p16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grpSp>
        <p:nvGrpSpPr>
          <p:cNvPr id="77" name="Google Shape;77;p16"/>
          <p:cNvGrpSpPr/>
          <p:nvPr/>
        </p:nvGrpSpPr>
        <p:grpSpPr>
          <a:xfrm>
            <a:off x="998425" y="1025060"/>
            <a:ext cx="7835875" cy="2708700"/>
            <a:chOff x="998425" y="1025060"/>
            <a:chExt cx="7835875" cy="2708700"/>
          </a:xfrm>
        </p:grpSpPr>
        <p:sp>
          <p:nvSpPr>
            <p:cNvPr id="78" name="Google Shape;78;p16"/>
            <p:cNvSpPr/>
            <p:nvPr/>
          </p:nvSpPr>
          <p:spPr>
            <a:xfrm>
              <a:off x="998425" y="1439725"/>
              <a:ext cx="1892400" cy="1892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 rot="-1771916">
              <a:off x="2791669" y="1477356"/>
              <a:ext cx="2112562" cy="17960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 rot="-2298668">
              <a:off x="4591386" y="1562390"/>
              <a:ext cx="2302028" cy="163404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 rot="-2566413">
              <a:off x="6390986" y="1686931"/>
              <a:ext cx="2271528" cy="13949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op benefits">
  <p:cSld name="CUSTOM_2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100" y="-10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519750" y="145550"/>
            <a:ext cx="3908100" cy="28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519750" y="2142625"/>
            <a:ext cx="3622800" cy="19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subTitle"/>
          </p:nvPr>
        </p:nvSpPr>
        <p:spPr>
          <a:xfrm>
            <a:off x="5473534" y="7244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3" type="subTitle"/>
          </p:nvPr>
        </p:nvSpPr>
        <p:spPr>
          <a:xfrm>
            <a:off x="5473534" y="10091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4" type="subTitle"/>
          </p:nvPr>
        </p:nvSpPr>
        <p:spPr>
          <a:xfrm>
            <a:off x="5473534" y="15122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5473534" y="17969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6" type="subTitle"/>
          </p:nvPr>
        </p:nvSpPr>
        <p:spPr>
          <a:xfrm>
            <a:off x="5473534" y="23000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5473534" y="25847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subTitle"/>
          </p:nvPr>
        </p:nvSpPr>
        <p:spPr>
          <a:xfrm>
            <a:off x="5473534" y="30878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9" type="subTitle"/>
          </p:nvPr>
        </p:nvSpPr>
        <p:spPr>
          <a:xfrm>
            <a:off x="5473534" y="33725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3" type="subTitle"/>
          </p:nvPr>
        </p:nvSpPr>
        <p:spPr>
          <a:xfrm>
            <a:off x="5473534" y="38756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4" type="subTitle"/>
          </p:nvPr>
        </p:nvSpPr>
        <p:spPr>
          <a:xfrm>
            <a:off x="5473534" y="41603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5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6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7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&amp; context">
  <p:cSld name="CUSTOM_2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-925" y="-100"/>
            <a:ext cx="4572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519750" y="145550"/>
            <a:ext cx="3908100" cy="1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519750" y="3804825"/>
            <a:ext cx="39081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2" type="subTitle"/>
          </p:nvPr>
        </p:nvSpPr>
        <p:spPr>
          <a:xfrm>
            <a:off x="5473534" y="7244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3" type="subTitle"/>
          </p:nvPr>
        </p:nvSpPr>
        <p:spPr>
          <a:xfrm>
            <a:off x="5473534" y="10091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4" type="subTitle"/>
          </p:nvPr>
        </p:nvSpPr>
        <p:spPr>
          <a:xfrm>
            <a:off x="5473534" y="15122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5" type="subTitle"/>
          </p:nvPr>
        </p:nvSpPr>
        <p:spPr>
          <a:xfrm>
            <a:off x="5473534" y="17969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6" type="subTitle"/>
          </p:nvPr>
        </p:nvSpPr>
        <p:spPr>
          <a:xfrm>
            <a:off x="5473534" y="23000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7" type="subTitle"/>
          </p:nvPr>
        </p:nvSpPr>
        <p:spPr>
          <a:xfrm>
            <a:off x="5473534" y="25847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8" type="subTitle"/>
          </p:nvPr>
        </p:nvSpPr>
        <p:spPr>
          <a:xfrm>
            <a:off x="5473534" y="30878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9" type="subTitle"/>
          </p:nvPr>
        </p:nvSpPr>
        <p:spPr>
          <a:xfrm>
            <a:off x="5473534" y="33725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3" type="subTitle"/>
          </p:nvPr>
        </p:nvSpPr>
        <p:spPr>
          <a:xfrm>
            <a:off x="5473534" y="3875624"/>
            <a:ext cx="3710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4" type="subTitle"/>
          </p:nvPr>
        </p:nvSpPr>
        <p:spPr>
          <a:xfrm>
            <a:off x="5473534" y="4160325"/>
            <a:ext cx="3622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/>
          <p:nvPr>
            <p:ph idx="15" type="pic"/>
          </p:nvPr>
        </p:nvSpPr>
        <p:spPr>
          <a:xfrm>
            <a:off x="566862" y="1552585"/>
            <a:ext cx="3712200" cy="2051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5" name="Google Shape;115;p18"/>
          <p:cNvSpPr/>
          <p:nvPr/>
        </p:nvSpPr>
        <p:spPr>
          <a:xfrm>
            <a:off x="-925" y="0"/>
            <a:ext cx="348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idx="16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7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8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loyee 2">
  <p:cSld name="CUSTOM_2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5630225" y="2866950"/>
            <a:ext cx="25182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2" type="subTitle"/>
          </p:nvPr>
        </p:nvSpPr>
        <p:spPr>
          <a:xfrm>
            <a:off x="4726800" y="3068900"/>
            <a:ext cx="6231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3" type="subTitle"/>
          </p:nvPr>
        </p:nvSpPr>
        <p:spPr>
          <a:xfrm>
            <a:off x="8375975" y="3068900"/>
            <a:ext cx="6231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347075" y="-100"/>
            <a:ext cx="4224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4" name="Google Shape;124;p19"/>
          <p:cNvSpPr/>
          <p:nvPr>
            <p:ph idx="4" type="pic"/>
          </p:nvPr>
        </p:nvSpPr>
        <p:spPr>
          <a:xfrm>
            <a:off x="825750" y="287000"/>
            <a:ext cx="3090900" cy="4569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4812175" y="192125"/>
            <a:ext cx="3989700" cy="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5" type="subTitle"/>
          </p:nvPr>
        </p:nvSpPr>
        <p:spPr>
          <a:xfrm>
            <a:off x="4804275" y="670082"/>
            <a:ext cx="3989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9"/>
          <p:cNvSpPr/>
          <p:nvPr/>
        </p:nvSpPr>
        <p:spPr>
          <a:xfrm>
            <a:off x="5414389" y="3068847"/>
            <a:ext cx="2949900" cy="15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idx="6" type="subTitle"/>
          </p:nvPr>
        </p:nvSpPr>
        <p:spPr>
          <a:xfrm>
            <a:off x="5630225" y="3626750"/>
            <a:ext cx="25182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7" type="subTitle"/>
          </p:nvPr>
        </p:nvSpPr>
        <p:spPr>
          <a:xfrm>
            <a:off x="4726800" y="3828700"/>
            <a:ext cx="6231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8" type="subTitle"/>
          </p:nvPr>
        </p:nvSpPr>
        <p:spPr>
          <a:xfrm>
            <a:off x="8375975" y="3828700"/>
            <a:ext cx="6231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9"/>
          <p:cNvSpPr/>
          <p:nvPr/>
        </p:nvSpPr>
        <p:spPr>
          <a:xfrm>
            <a:off x="5414389" y="3828647"/>
            <a:ext cx="2949900" cy="15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5630225" y="4386550"/>
            <a:ext cx="25182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4726800" y="4588500"/>
            <a:ext cx="6231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8375975" y="4588500"/>
            <a:ext cx="623100" cy="15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"/>
              <a:buNone/>
              <a:defRPr sz="9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" name="Google Shape;135;p19"/>
          <p:cNvSpPr/>
          <p:nvPr/>
        </p:nvSpPr>
        <p:spPr>
          <a:xfrm>
            <a:off x="5414389" y="4588447"/>
            <a:ext cx="2949900" cy="15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 txBox="1"/>
          <p:nvPr>
            <p:ph idx="15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6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7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ttendees">
  <p:cSld name="CUSTOM_2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28350" y="3596925"/>
            <a:ext cx="8487300" cy="148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43" name="Google Shape;143;p20"/>
          <p:cNvSpPr/>
          <p:nvPr>
            <p:ph idx="2" type="pic"/>
          </p:nvPr>
        </p:nvSpPr>
        <p:spPr>
          <a:xfrm>
            <a:off x="739297" y="284052"/>
            <a:ext cx="865800" cy="86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44" name="Google Shape;144;p20"/>
          <p:cNvSpPr/>
          <p:nvPr>
            <p:ph idx="3" type="pic"/>
          </p:nvPr>
        </p:nvSpPr>
        <p:spPr>
          <a:xfrm>
            <a:off x="2382733" y="189500"/>
            <a:ext cx="1054800" cy="1054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145" name="Google Shape;145;p20"/>
          <p:cNvSpPr/>
          <p:nvPr>
            <p:ph idx="4" type="pic"/>
          </p:nvPr>
        </p:nvSpPr>
        <p:spPr>
          <a:xfrm>
            <a:off x="4120768" y="284052"/>
            <a:ext cx="1054800" cy="8658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146" name="Google Shape;146;p20"/>
          <p:cNvSpPr/>
          <p:nvPr>
            <p:ph idx="5" type="pic"/>
          </p:nvPr>
        </p:nvSpPr>
        <p:spPr>
          <a:xfrm>
            <a:off x="5757535" y="284052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147" name="Google Shape;147;p20"/>
          <p:cNvSpPr/>
          <p:nvPr>
            <p:ph idx="6" type="pic"/>
          </p:nvPr>
        </p:nvSpPr>
        <p:spPr>
          <a:xfrm>
            <a:off x="7564493" y="233549"/>
            <a:ext cx="966900" cy="9669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148" name="Google Shape;148;p20"/>
          <p:cNvSpPr/>
          <p:nvPr>
            <p:ph idx="7" type="pic"/>
          </p:nvPr>
        </p:nvSpPr>
        <p:spPr>
          <a:xfrm>
            <a:off x="739297" y="1634774"/>
            <a:ext cx="865800" cy="865800"/>
          </a:xfrm>
          <a:prstGeom prst="octagon">
            <a:avLst>
              <a:gd fmla="val 29289" name="adj"/>
            </a:avLst>
          </a:prstGeom>
          <a:noFill/>
          <a:ln>
            <a:noFill/>
          </a:ln>
        </p:spPr>
      </p:sp>
      <p:sp>
        <p:nvSpPr>
          <p:cNvPr id="149" name="Google Shape;149;p20"/>
          <p:cNvSpPr/>
          <p:nvPr>
            <p:ph idx="8" type="pic"/>
          </p:nvPr>
        </p:nvSpPr>
        <p:spPr>
          <a:xfrm>
            <a:off x="4215258" y="1634774"/>
            <a:ext cx="865800" cy="86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/>
          <p:nvPr>
            <p:ph idx="9" type="pic"/>
          </p:nvPr>
        </p:nvSpPr>
        <p:spPr>
          <a:xfrm>
            <a:off x="2357763" y="1634774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151" name="Google Shape;151;p20"/>
          <p:cNvSpPr/>
          <p:nvPr>
            <p:ph idx="13" type="pic"/>
          </p:nvPr>
        </p:nvSpPr>
        <p:spPr>
          <a:xfrm>
            <a:off x="5826553" y="1584271"/>
            <a:ext cx="966900" cy="9669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152" name="Google Shape;152;p20"/>
          <p:cNvSpPr/>
          <p:nvPr>
            <p:ph idx="14" type="pic"/>
          </p:nvPr>
        </p:nvSpPr>
        <p:spPr>
          <a:xfrm>
            <a:off x="7489068" y="1634774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/>
          <p:nvPr>
            <p:ph idx="15" type="pic"/>
          </p:nvPr>
        </p:nvSpPr>
        <p:spPr>
          <a:xfrm>
            <a:off x="688795" y="2890967"/>
            <a:ext cx="966900" cy="9669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154" name="Google Shape;154;p20"/>
          <p:cNvSpPr/>
          <p:nvPr>
            <p:ph idx="16" type="pic"/>
          </p:nvPr>
        </p:nvSpPr>
        <p:spPr>
          <a:xfrm>
            <a:off x="2373476" y="2941470"/>
            <a:ext cx="1054800" cy="8658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/>
          <p:nvPr>
            <p:ph idx="17" type="pic"/>
          </p:nvPr>
        </p:nvSpPr>
        <p:spPr>
          <a:xfrm>
            <a:off x="4095749" y="2941470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/>
          <p:nvPr>
            <p:ph idx="18" type="pic"/>
          </p:nvPr>
        </p:nvSpPr>
        <p:spPr>
          <a:xfrm>
            <a:off x="5877056" y="2941470"/>
            <a:ext cx="865800" cy="86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57" name="Google Shape;157;p20"/>
          <p:cNvSpPr/>
          <p:nvPr>
            <p:ph idx="19" type="pic"/>
          </p:nvPr>
        </p:nvSpPr>
        <p:spPr>
          <a:xfrm>
            <a:off x="7514039" y="2846918"/>
            <a:ext cx="1054800" cy="1054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158" name="Google Shape;158;p20"/>
          <p:cNvSpPr txBox="1"/>
          <p:nvPr>
            <p:ph idx="1" type="subTitle"/>
          </p:nvPr>
        </p:nvSpPr>
        <p:spPr>
          <a:xfrm>
            <a:off x="619775" y="119072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2357761" y="119072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4095747" y="119072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22" type="subTitle"/>
          </p:nvPr>
        </p:nvSpPr>
        <p:spPr>
          <a:xfrm>
            <a:off x="5757534" y="119072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495520" y="119072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619775" y="252773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25" type="subTitle"/>
          </p:nvPr>
        </p:nvSpPr>
        <p:spPr>
          <a:xfrm>
            <a:off x="2357761" y="252773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26" type="subTitle"/>
          </p:nvPr>
        </p:nvSpPr>
        <p:spPr>
          <a:xfrm>
            <a:off x="4095747" y="252773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27" type="subTitle"/>
          </p:nvPr>
        </p:nvSpPr>
        <p:spPr>
          <a:xfrm>
            <a:off x="5757534" y="252773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0"/>
          <p:cNvSpPr txBox="1"/>
          <p:nvPr>
            <p:ph idx="28" type="subTitle"/>
          </p:nvPr>
        </p:nvSpPr>
        <p:spPr>
          <a:xfrm>
            <a:off x="7495520" y="252773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9" type="subTitle"/>
          </p:nvPr>
        </p:nvSpPr>
        <p:spPr>
          <a:xfrm>
            <a:off x="619775" y="38305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0" type="subTitle"/>
          </p:nvPr>
        </p:nvSpPr>
        <p:spPr>
          <a:xfrm>
            <a:off x="2357761" y="38305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31" type="subTitle"/>
          </p:nvPr>
        </p:nvSpPr>
        <p:spPr>
          <a:xfrm>
            <a:off x="4095747" y="38305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32" type="subTitle"/>
          </p:nvPr>
        </p:nvSpPr>
        <p:spPr>
          <a:xfrm>
            <a:off x="5757534" y="38305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33" type="subTitle"/>
          </p:nvPr>
        </p:nvSpPr>
        <p:spPr>
          <a:xfrm>
            <a:off x="7495520" y="38305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Work Sans"/>
              <a:buNone/>
              <a:defRPr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0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 txBox="1"/>
          <p:nvPr>
            <p:ph idx="34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35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36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out room activity">
  <p:cSld name="CUSTOM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3276317" y="880625"/>
            <a:ext cx="2934000" cy="42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342500" y="880625"/>
            <a:ext cx="2934000" cy="42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6210133" y="880625"/>
            <a:ext cx="2934000" cy="426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81" name="Google Shape;181;p21"/>
          <p:cNvSpPr txBox="1"/>
          <p:nvPr>
            <p:ph type="title"/>
          </p:nvPr>
        </p:nvSpPr>
        <p:spPr>
          <a:xfrm>
            <a:off x="519750" y="145550"/>
            <a:ext cx="84420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569100" y="1581350"/>
            <a:ext cx="2426100" cy="2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1"/>
          <p:cNvSpPr txBox="1"/>
          <p:nvPr>
            <p:ph idx="2" type="body"/>
          </p:nvPr>
        </p:nvSpPr>
        <p:spPr>
          <a:xfrm>
            <a:off x="575100" y="2156600"/>
            <a:ext cx="2426100" cy="18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3" type="title"/>
          </p:nvPr>
        </p:nvSpPr>
        <p:spPr>
          <a:xfrm>
            <a:off x="3454075" y="1603775"/>
            <a:ext cx="25680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4" type="title"/>
          </p:nvPr>
        </p:nvSpPr>
        <p:spPr>
          <a:xfrm>
            <a:off x="3454075" y="8738550"/>
            <a:ext cx="25680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5" type="title"/>
          </p:nvPr>
        </p:nvSpPr>
        <p:spPr>
          <a:xfrm>
            <a:off x="6393125" y="1603775"/>
            <a:ext cx="25680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6" type="subTitle"/>
          </p:nvPr>
        </p:nvSpPr>
        <p:spPr>
          <a:xfrm>
            <a:off x="3509619" y="2529532"/>
            <a:ext cx="2426100" cy="2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>
            <p:ph idx="7" type="subTitle"/>
          </p:nvPr>
        </p:nvSpPr>
        <p:spPr>
          <a:xfrm>
            <a:off x="6457169" y="2529532"/>
            <a:ext cx="2426100" cy="2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1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>
            <p:ph idx="8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9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Work Sans Medium"/>
              <a:buNone/>
              <a:defRPr sz="9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">
  <p:cSld name="CUSTOM_5">
    <p:bg>
      <p:bgPr>
        <a:solidFill>
          <a:schemeClr val="accen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347550" y="2071050"/>
            <a:ext cx="8652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5" name="Google Shape;195;p22"/>
          <p:cNvSpPr txBox="1"/>
          <p:nvPr>
            <p:ph idx="1" type="subTitle"/>
          </p:nvPr>
        </p:nvSpPr>
        <p:spPr>
          <a:xfrm>
            <a:off x="2725800" y="3166225"/>
            <a:ext cx="3692400" cy="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2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98" name="Google Shape;198;p22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99" name="Google Shape;199;p22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e structure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03" name="Google Shape;203;p23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&amp; text 1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/>
          <p:nvPr/>
        </p:nvSpPr>
        <p:spPr>
          <a:xfrm>
            <a:off x="343100" y="0"/>
            <a:ext cx="429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09" name="Google Shape;209;p24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10" name="Google Shape;210;p24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11" name="Google Shape;211;p24"/>
          <p:cNvSpPr/>
          <p:nvPr>
            <p:ph idx="4" type="pic"/>
          </p:nvPr>
        </p:nvSpPr>
        <p:spPr>
          <a:xfrm>
            <a:off x="4977650" y="386948"/>
            <a:ext cx="3824100" cy="2096100"/>
          </a:xfrm>
          <a:prstGeom prst="trapezoid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12" name="Google Shape;212;p24"/>
          <p:cNvSpPr/>
          <p:nvPr>
            <p:ph idx="5" type="pic"/>
          </p:nvPr>
        </p:nvSpPr>
        <p:spPr>
          <a:xfrm>
            <a:off x="784550" y="326525"/>
            <a:ext cx="3413100" cy="2198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3" name="Google Shape;213;p24"/>
          <p:cNvSpPr txBox="1"/>
          <p:nvPr>
            <p:ph idx="6" type="subTitle"/>
          </p:nvPr>
        </p:nvSpPr>
        <p:spPr>
          <a:xfrm>
            <a:off x="784550" y="2700975"/>
            <a:ext cx="31356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7" type="subTitle"/>
          </p:nvPr>
        </p:nvSpPr>
        <p:spPr>
          <a:xfrm>
            <a:off x="4977650" y="2700975"/>
            <a:ext cx="31356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8" type="body"/>
          </p:nvPr>
        </p:nvSpPr>
        <p:spPr>
          <a:xfrm>
            <a:off x="784425" y="3247575"/>
            <a:ext cx="3135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idx="9" type="body"/>
          </p:nvPr>
        </p:nvSpPr>
        <p:spPr>
          <a:xfrm>
            <a:off x="4977650" y="3247575"/>
            <a:ext cx="3135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&amp; text 2">
  <p:cSld name="CUSTOM_13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>
            <a:off x="343100" y="0"/>
            <a:ext cx="4296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22" name="Google Shape;222;p25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23" name="Google Shape;223;p25"/>
          <p:cNvSpPr/>
          <p:nvPr>
            <p:ph idx="4" type="pic"/>
          </p:nvPr>
        </p:nvSpPr>
        <p:spPr>
          <a:xfrm>
            <a:off x="4977650" y="386948"/>
            <a:ext cx="3824100" cy="2096100"/>
          </a:xfrm>
          <a:prstGeom prst="trapezoid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24" name="Google Shape;224;p25"/>
          <p:cNvSpPr/>
          <p:nvPr>
            <p:ph idx="5" type="pic"/>
          </p:nvPr>
        </p:nvSpPr>
        <p:spPr>
          <a:xfrm>
            <a:off x="784550" y="326525"/>
            <a:ext cx="3413100" cy="2198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5" name="Google Shape;225;p25"/>
          <p:cNvSpPr txBox="1"/>
          <p:nvPr>
            <p:ph idx="6" type="subTitle"/>
          </p:nvPr>
        </p:nvSpPr>
        <p:spPr>
          <a:xfrm>
            <a:off x="784550" y="2700975"/>
            <a:ext cx="31356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idx="7" type="subTitle"/>
          </p:nvPr>
        </p:nvSpPr>
        <p:spPr>
          <a:xfrm>
            <a:off x="4977650" y="2700975"/>
            <a:ext cx="31356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5"/>
          <p:cNvSpPr txBox="1"/>
          <p:nvPr>
            <p:ph idx="8" type="body"/>
          </p:nvPr>
        </p:nvSpPr>
        <p:spPr>
          <a:xfrm>
            <a:off x="784425" y="3247575"/>
            <a:ext cx="3135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25"/>
          <p:cNvSpPr txBox="1"/>
          <p:nvPr>
            <p:ph idx="9" type="body"/>
          </p:nvPr>
        </p:nvSpPr>
        <p:spPr>
          <a:xfrm>
            <a:off x="4977650" y="3247575"/>
            <a:ext cx="3135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&amp; text 3">
  <p:cSld name="CUSTOM_13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32" name="Google Shape;232;p26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33" name="Google Shape;233;p26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34" name="Google Shape;234;p26"/>
          <p:cNvSpPr/>
          <p:nvPr>
            <p:ph idx="4" type="pic"/>
          </p:nvPr>
        </p:nvSpPr>
        <p:spPr>
          <a:xfrm>
            <a:off x="4977650" y="386948"/>
            <a:ext cx="3824100" cy="2096100"/>
          </a:xfrm>
          <a:prstGeom prst="trapezoid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35" name="Google Shape;235;p26"/>
          <p:cNvSpPr/>
          <p:nvPr>
            <p:ph idx="5" type="pic"/>
          </p:nvPr>
        </p:nvSpPr>
        <p:spPr>
          <a:xfrm>
            <a:off x="784550" y="326525"/>
            <a:ext cx="3413100" cy="2198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6" name="Google Shape;236;p26"/>
          <p:cNvSpPr txBox="1"/>
          <p:nvPr>
            <p:ph idx="6" type="subTitle"/>
          </p:nvPr>
        </p:nvSpPr>
        <p:spPr>
          <a:xfrm>
            <a:off x="784550" y="2700975"/>
            <a:ext cx="31356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26"/>
          <p:cNvSpPr txBox="1"/>
          <p:nvPr>
            <p:ph idx="7" type="subTitle"/>
          </p:nvPr>
        </p:nvSpPr>
        <p:spPr>
          <a:xfrm>
            <a:off x="4977650" y="2700975"/>
            <a:ext cx="31356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8" type="body"/>
          </p:nvPr>
        </p:nvSpPr>
        <p:spPr>
          <a:xfrm>
            <a:off x="784425" y="3247575"/>
            <a:ext cx="3135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9" type="body"/>
          </p:nvPr>
        </p:nvSpPr>
        <p:spPr>
          <a:xfrm>
            <a:off x="4977650" y="3247575"/>
            <a:ext cx="3135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audience 1">
  <p:cSld name="CUSTOM_2_2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/>
          <p:nvPr/>
        </p:nvSpPr>
        <p:spPr>
          <a:xfrm>
            <a:off x="3697825" y="277950"/>
            <a:ext cx="5103900" cy="31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/>
          <p:nvPr/>
        </p:nvSpPr>
        <p:spPr>
          <a:xfrm>
            <a:off x="644900" y="1702275"/>
            <a:ext cx="5103900" cy="314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3699350" y="1702275"/>
            <a:ext cx="2049300" cy="172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44" name="Google Shape;244;p27"/>
          <p:cNvSpPr txBox="1"/>
          <p:nvPr>
            <p:ph idx="1" type="subTitle"/>
          </p:nvPr>
        </p:nvSpPr>
        <p:spPr>
          <a:xfrm>
            <a:off x="3711750" y="1720500"/>
            <a:ext cx="2049300" cy="17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7"/>
          <p:cNvSpPr txBox="1"/>
          <p:nvPr>
            <p:ph idx="2" type="body"/>
          </p:nvPr>
        </p:nvSpPr>
        <p:spPr>
          <a:xfrm>
            <a:off x="794750" y="2127975"/>
            <a:ext cx="2759700" cy="22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6" name="Google Shape;246;p27"/>
          <p:cNvSpPr txBox="1"/>
          <p:nvPr>
            <p:ph idx="3" type="body"/>
          </p:nvPr>
        </p:nvSpPr>
        <p:spPr>
          <a:xfrm>
            <a:off x="5893550" y="703650"/>
            <a:ext cx="2759700" cy="22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7" name="Google Shape;247;p27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4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49" name="Google Shape;249;p27"/>
          <p:cNvSpPr txBox="1"/>
          <p:nvPr>
            <p:ph idx="5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50" name="Google Shape;250;p27"/>
          <p:cNvSpPr txBox="1"/>
          <p:nvPr>
            <p:ph idx="6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audience 2">
  <p:cSld name="CUSTOM_2_2_1_1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/>
          <p:nvPr/>
        </p:nvSpPr>
        <p:spPr>
          <a:xfrm>
            <a:off x="3697825" y="277950"/>
            <a:ext cx="5103900" cy="31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644900" y="1702275"/>
            <a:ext cx="5103900" cy="314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3699350" y="1702275"/>
            <a:ext cx="2049300" cy="172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5" name="Google Shape;255;p28"/>
          <p:cNvSpPr txBox="1"/>
          <p:nvPr>
            <p:ph idx="1" type="subTitle"/>
          </p:nvPr>
        </p:nvSpPr>
        <p:spPr>
          <a:xfrm>
            <a:off x="3711750" y="1720500"/>
            <a:ext cx="2049300" cy="17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8"/>
          <p:cNvSpPr txBox="1"/>
          <p:nvPr>
            <p:ph idx="2" type="body"/>
          </p:nvPr>
        </p:nvSpPr>
        <p:spPr>
          <a:xfrm>
            <a:off x="794750" y="2127975"/>
            <a:ext cx="2759700" cy="22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7" name="Google Shape;257;p28"/>
          <p:cNvSpPr txBox="1"/>
          <p:nvPr>
            <p:ph idx="3" type="body"/>
          </p:nvPr>
        </p:nvSpPr>
        <p:spPr>
          <a:xfrm>
            <a:off x="5893550" y="703650"/>
            <a:ext cx="2759700" cy="22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8" name="Google Shape;258;p28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 txBox="1"/>
          <p:nvPr>
            <p:ph idx="4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60" name="Google Shape;260;p28"/>
          <p:cNvSpPr txBox="1"/>
          <p:nvPr>
            <p:ph idx="5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61" name="Google Shape;261;p28"/>
          <p:cNvSpPr txBox="1"/>
          <p:nvPr>
            <p:ph idx="6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out groups 1">
  <p:cSld name="CUSTOM_6">
    <p:bg>
      <p:bgPr>
        <a:solidFill>
          <a:schemeClr val="accen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346850" y="0"/>
            <a:ext cx="2933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66" name="Google Shape;266;p29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67" name="Google Shape;267;p29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68" name="Google Shape;268;p29"/>
          <p:cNvSpPr txBox="1"/>
          <p:nvPr>
            <p:ph idx="4" type="subTitle"/>
          </p:nvPr>
        </p:nvSpPr>
        <p:spPr>
          <a:xfrm>
            <a:off x="549500" y="236750"/>
            <a:ext cx="16731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9"/>
          <p:cNvSpPr/>
          <p:nvPr/>
        </p:nvSpPr>
        <p:spPr>
          <a:xfrm>
            <a:off x="3280550" y="0"/>
            <a:ext cx="2933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70" name="Google Shape;270;p29"/>
          <p:cNvSpPr txBox="1"/>
          <p:nvPr>
            <p:ph idx="5" type="subTitle"/>
          </p:nvPr>
        </p:nvSpPr>
        <p:spPr>
          <a:xfrm>
            <a:off x="3483200" y="236750"/>
            <a:ext cx="16731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9"/>
          <p:cNvSpPr/>
          <p:nvPr/>
        </p:nvSpPr>
        <p:spPr>
          <a:xfrm>
            <a:off x="6214250" y="0"/>
            <a:ext cx="2933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72" name="Google Shape;272;p29"/>
          <p:cNvSpPr txBox="1"/>
          <p:nvPr>
            <p:ph idx="6" type="subTitle"/>
          </p:nvPr>
        </p:nvSpPr>
        <p:spPr>
          <a:xfrm>
            <a:off x="6416900" y="236750"/>
            <a:ext cx="16731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9"/>
          <p:cNvSpPr/>
          <p:nvPr>
            <p:ph idx="7" type="pic"/>
          </p:nvPr>
        </p:nvSpPr>
        <p:spPr>
          <a:xfrm>
            <a:off x="626397" y="1905927"/>
            <a:ext cx="865800" cy="86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274" name="Google Shape;274;p29"/>
          <p:cNvSpPr/>
          <p:nvPr>
            <p:ph idx="8" type="pic"/>
          </p:nvPr>
        </p:nvSpPr>
        <p:spPr>
          <a:xfrm>
            <a:off x="2041233" y="986175"/>
            <a:ext cx="1054800" cy="1054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275" name="Google Shape;275;p29"/>
          <p:cNvSpPr/>
          <p:nvPr>
            <p:ph idx="9" type="pic"/>
          </p:nvPr>
        </p:nvSpPr>
        <p:spPr>
          <a:xfrm>
            <a:off x="626397" y="3256649"/>
            <a:ext cx="865800" cy="865800"/>
          </a:xfrm>
          <a:prstGeom prst="octagon">
            <a:avLst>
              <a:gd fmla="val 29289" name="adj"/>
            </a:avLst>
          </a:prstGeom>
          <a:noFill/>
          <a:ln>
            <a:noFill/>
          </a:ln>
        </p:spPr>
      </p:sp>
      <p:sp>
        <p:nvSpPr>
          <p:cNvPr id="276" name="Google Shape;276;p29"/>
          <p:cNvSpPr/>
          <p:nvPr>
            <p:ph idx="13" type="pic"/>
          </p:nvPr>
        </p:nvSpPr>
        <p:spPr>
          <a:xfrm>
            <a:off x="2016263" y="2431449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77" name="Google Shape;277;p29"/>
          <p:cNvSpPr/>
          <p:nvPr>
            <p:ph idx="14" type="pic"/>
          </p:nvPr>
        </p:nvSpPr>
        <p:spPr>
          <a:xfrm>
            <a:off x="2031976" y="3738145"/>
            <a:ext cx="1054800" cy="8658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278" name="Google Shape;278;p29"/>
          <p:cNvSpPr txBox="1"/>
          <p:nvPr>
            <p:ph idx="15" type="subTitle"/>
          </p:nvPr>
        </p:nvSpPr>
        <p:spPr>
          <a:xfrm>
            <a:off x="506875" y="2812604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79" name="Google Shape;279;p29"/>
          <p:cNvSpPr txBox="1"/>
          <p:nvPr>
            <p:ph idx="16" type="subTitle"/>
          </p:nvPr>
        </p:nvSpPr>
        <p:spPr>
          <a:xfrm>
            <a:off x="2016261" y="1987404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0" name="Google Shape;280;p29"/>
          <p:cNvSpPr txBox="1"/>
          <p:nvPr>
            <p:ph idx="17" type="subTitle"/>
          </p:nvPr>
        </p:nvSpPr>
        <p:spPr>
          <a:xfrm>
            <a:off x="506875" y="4149613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1" name="Google Shape;281;p29"/>
          <p:cNvSpPr txBox="1"/>
          <p:nvPr>
            <p:ph idx="18" type="subTitle"/>
          </p:nvPr>
        </p:nvSpPr>
        <p:spPr>
          <a:xfrm>
            <a:off x="2016261" y="3324413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2" name="Google Shape;282;p29"/>
          <p:cNvSpPr txBox="1"/>
          <p:nvPr>
            <p:ph idx="19" type="subTitle"/>
          </p:nvPr>
        </p:nvSpPr>
        <p:spPr>
          <a:xfrm>
            <a:off x="2016261" y="4627263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3" name="Google Shape;283;p29"/>
          <p:cNvSpPr/>
          <p:nvPr>
            <p:ph idx="20" type="pic"/>
          </p:nvPr>
        </p:nvSpPr>
        <p:spPr>
          <a:xfrm>
            <a:off x="3559772" y="1911802"/>
            <a:ext cx="865800" cy="86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284" name="Google Shape;284;p29"/>
          <p:cNvSpPr/>
          <p:nvPr>
            <p:ph idx="21" type="pic"/>
          </p:nvPr>
        </p:nvSpPr>
        <p:spPr>
          <a:xfrm>
            <a:off x="4974608" y="992050"/>
            <a:ext cx="1054800" cy="1054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285" name="Google Shape;285;p29"/>
          <p:cNvSpPr/>
          <p:nvPr>
            <p:ph idx="22" type="pic"/>
          </p:nvPr>
        </p:nvSpPr>
        <p:spPr>
          <a:xfrm>
            <a:off x="3559772" y="3262524"/>
            <a:ext cx="865800" cy="865800"/>
          </a:xfrm>
          <a:prstGeom prst="octagon">
            <a:avLst>
              <a:gd fmla="val 29289" name="adj"/>
            </a:avLst>
          </a:prstGeom>
          <a:noFill/>
          <a:ln>
            <a:noFill/>
          </a:ln>
        </p:spPr>
      </p:sp>
      <p:sp>
        <p:nvSpPr>
          <p:cNvPr id="286" name="Google Shape;286;p29"/>
          <p:cNvSpPr/>
          <p:nvPr>
            <p:ph idx="23" type="pic"/>
          </p:nvPr>
        </p:nvSpPr>
        <p:spPr>
          <a:xfrm>
            <a:off x="4949638" y="2437324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87" name="Google Shape;287;p29"/>
          <p:cNvSpPr/>
          <p:nvPr>
            <p:ph idx="24" type="pic"/>
          </p:nvPr>
        </p:nvSpPr>
        <p:spPr>
          <a:xfrm>
            <a:off x="4965351" y="3744020"/>
            <a:ext cx="1054800" cy="8658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288" name="Google Shape;288;p29"/>
          <p:cNvSpPr txBox="1"/>
          <p:nvPr>
            <p:ph idx="25" type="subTitle"/>
          </p:nvPr>
        </p:nvSpPr>
        <p:spPr>
          <a:xfrm>
            <a:off x="3440250" y="281847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26" type="subTitle"/>
          </p:nvPr>
        </p:nvSpPr>
        <p:spPr>
          <a:xfrm>
            <a:off x="4949636" y="1993279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27" type="subTitle"/>
          </p:nvPr>
        </p:nvSpPr>
        <p:spPr>
          <a:xfrm>
            <a:off x="3440250" y="41554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28" type="subTitle"/>
          </p:nvPr>
        </p:nvSpPr>
        <p:spPr>
          <a:xfrm>
            <a:off x="4949636" y="333028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29" type="subTitle"/>
          </p:nvPr>
        </p:nvSpPr>
        <p:spPr>
          <a:xfrm>
            <a:off x="4949636" y="4633138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3" name="Google Shape;293;p29"/>
          <p:cNvSpPr/>
          <p:nvPr>
            <p:ph idx="30" type="pic"/>
          </p:nvPr>
        </p:nvSpPr>
        <p:spPr>
          <a:xfrm>
            <a:off x="6493147" y="1905927"/>
            <a:ext cx="865800" cy="86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294" name="Google Shape;294;p29"/>
          <p:cNvSpPr/>
          <p:nvPr>
            <p:ph idx="31" type="pic"/>
          </p:nvPr>
        </p:nvSpPr>
        <p:spPr>
          <a:xfrm>
            <a:off x="7907983" y="986175"/>
            <a:ext cx="1054800" cy="1054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295" name="Google Shape;295;p29"/>
          <p:cNvSpPr/>
          <p:nvPr>
            <p:ph idx="32" type="pic"/>
          </p:nvPr>
        </p:nvSpPr>
        <p:spPr>
          <a:xfrm>
            <a:off x="6493147" y="3256649"/>
            <a:ext cx="865800" cy="865800"/>
          </a:xfrm>
          <a:prstGeom prst="octagon">
            <a:avLst>
              <a:gd fmla="val 29289" name="adj"/>
            </a:avLst>
          </a:prstGeom>
          <a:noFill/>
          <a:ln>
            <a:noFill/>
          </a:ln>
        </p:spPr>
      </p:sp>
      <p:sp>
        <p:nvSpPr>
          <p:cNvPr id="296" name="Google Shape;296;p29"/>
          <p:cNvSpPr/>
          <p:nvPr>
            <p:ph idx="33" type="pic"/>
          </p:nvPr>
        </p:nvSpPr>
        <p:spPr>
          <a:xfrm>
            <a:off x="7883013" y="2431449"/>
            <a:ext cx="1104900" cy="8658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297" name="Google Shape;297;p29"/>
          <p:cNvSpPr/>
          <p:nvPr>
            <p:ph idx="34" type="pic"/>
          </p:nvPr>
        </p:nvSpPr>
        <p:spPr>
          <a:xfrm>
            <a:off x="7898726" y="3738145"/>
            <a:ext cx="1054800" cy="8658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298" name="Google Shape;298;p29"/>
          <p:cNvSpPr txBox="1"/>
          <p:nvPr>
            <p:ph idx="35" type="subTitle"/>
          </p:nvPr>
        </p:nvSpPr>
        <p:spPr>
          <a:xfrm>
            <a:off x="6373625" y="2812604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36" type="subTitle"/>
          </p:nvPr>
        </p:nvSpPr>
        <p:spPr>
          <a:xfrm>
            <a:off x="7883011" y="1987404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0" name="Google Shape;300;p29"/>
          <p:cNvSpPr txBox="1"/>
          <p:nvPr>
            <p:ph idx="37" type="subTitle"/>
          </p:nvPr>
        </p:nvSpPr>
        <p:spPr>
          <a:xfrm>
            <a:off x="6373625" y="4149613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38" type="subTitle"/>
          </p:nvPr>
        </p:nvSpPr>
        <p:spPr>
          <a:xfrm>
            <a:off x="7883011" y="3324413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9" type="subTitle"/>
          </p:nvPr>
        </p:nvSpPr>
        <p:spPr>
          <a:xfrm>
            <a:off x="7883011" y="4627263"/>
            <a:ext cx="1104900" cy="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out groups 2">
  <p:cSld name="CUSTOM_2_1_1_1_1_1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/>
          <p:nvPr/>
        </p:nvSpPr>
        <p:spPr>
          <a:xfrm>
            <a:off x="0" y="2571750"/>
            <a:ext cx="4572000" cy="25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5" name="Google Shape;305;p30"/>
          <p:cNvSpPr/>
          <p:nvPr/>
        </p:nvSpPr>
        <p:spPr>
          <a:xfrm>
            <a:off x="4572000" y="0"/>
            <a:ext cx="4572000" cy="25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6" name="Google Shape;306;p30"/>
          <p:cNvSpPr txBox="1"/>
          <p:nvPr>
            <p:ph idx="1" type="subTitle"/>
          </p:nvPr>
        </p:nvSpPr>
        <p:spPr>
          <a:xfrm>
            <a:off x="5391900" y="1038750"/>
            <a:ext cx="293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7" name="Google Shape;307;p30"/>
          <p:cNvSpPr txBox="1"/>
          <p:nvPr>
            <p:ph idx="2" type="subTitle"/>
          </p:nvPr>
        </p:nvSpPr>
        <p:spPr>
          <a:xfrm>
            <a:off x="1025000" y="3597525"/>
            <a:ext cx="293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8" name="Google Shape;308;p30"/>
          <p:cNvSpPr txBox="1"/>
          <p:nvPr>
            <p:ph idx="3" type="subTitle"/>
          </p:nvPr>
        </p:nvSpPr>
        <p:spPr>
          <a:xfrm>
            <a:off x="1025000" y="1038750"/>
            <a:ext cx="293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9" name="Google Shape;309;p30"/>
          <p:cNvSpPr txBox="1"/>
          <p:nvPr>
            <p:ph idx="4" type="subTitle"/>
          </p:nvPr>
        </p:nvSpPr>
        <p:spPr>
          <a:xfrm>
            <a:off x="5391900" y="3610500"/>
            <a:ext cx="293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10" name="Google Shape;310;p30"/>
          <p:cNvSpPr/>
          <p:nvPr>
            <p:ph idx="5" type="pic"/>
          </p:nvPr>
        </p:nvSpPr>
        <p:spPr>
          <a:xfrm>
            <a:off x="7281668" y="4104482"/>
            <a:ext cx="845100" cy="845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311" name="Google Shape;311;p30"/>
          <p:cNvSpPr/>
          <p:nvPr>
            <p:ph idx="6" type="pic"/>
          </p:nvPr>
        </p:nvSpPr>
        <p:spPr>
          <a:xfrm>
            <a:off x="2766425" y="82475"/>
            <a:ext cx="1033800" cy="1033800"/>
          </a:xfrm>
          <a:prstGeom prst="diamond">
            <a:avLst/>
          </a:prstGeom>
          <a:noFill/>
          <a:ln>
            <a:noFill/>
          </a:ln>
        </p:spPr>
      </p:sp>
      <p:sp>
        <p:nvSpPr>
          <p:cNvPr id="312" name="Google Shape;312;p30"/>
          <p:cNvSpPr/>
          <p:nvPr>
            <p:ph idx="7" type="pic"/>
          </p:nvPr>
        </p:nvSpPr>
        <p:spPr>
          <a:xfrm>
            <a:off x="1694350" y="1590164"/>
            <a:ext cx="1033800" cy="8484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313" name="Google Shape;313;p30"/>
          <p:cNvSpPr/>
          <p:nvPr>
            <p:ph idx="8" type="pic"/>
          </p:nvPr>
        </p:nvSpPr>
        <p:spPr>
          <a:xfrm>
            <a:off x="471375" y="943066"/>
            <a:ext cx="1033800" cy="8100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14" name="Google Shape;314;p30"/>
          <p:cNvSpPr/>
          <p:nvPr>
            <p:ph idx="9" type="pic"/>
          </p:nvPr>
        </p:nvSpPr>
        <p:spPr>
          <a:xfrm>
            <a:off x="7232328" y="208314"/>
            <a:ext cx="943800" cy="9438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15" name="Google Shape;315;p30"/>
          <p:cNvSpPr/>
          <p:nvPr>
            <p:ph idx="13" type="pic"/>
          </p:nvPr>
        </p:nvSpPr>
        <p:spPr>
          <a:xfrm>
            <a:off x="4926593" y="1453373"/>
            <a:ext cx="845100" cy="845100"/>
          </a:xfrm>
          <a:prstGeom prst="octagon">
            <a:avLst>
              <a:gd fmla="val 29289" name="adj"/>
            </a:avLst>
          </a:prstGeom>
          <a:noFill/>
          <a:ln>
            <a:noFill/>
          </a:ln>
        </p:spPr>
      </p:sp>
      <p:sp>
        <p:nvSpPr>
          <p:cNvPr id="316" name="Google Shape;316;p30"/>
          <p:cNvSpPr/>
          <p:nvPr>
            <p:ph idx="14" type="pic"/>
          </p:nvPr>
        </p:nvSpPr>
        <p:spPr>
          <a:xfrm>
            <a:off x="3337313" y="1453363"/>
            <a:ext cx="925800" cy="9258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317" name="Google Shape;317;p30"/>
          <p:cNvSpPr/>
          <p:nvPr>
            <p:ph idx="15" type="pic"/>
          </p:nvPr>
        </p:nvSpPr>
        <p:spPr>
          <a:xfrm>
            <a:off x="5117041" y="2817273"/>
            <a:ext cx="1078500" cy="84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18" name="Google Shape;318;p30"/>
          <p:cNvSpPr/>
          <p:nvPr>
            <p:ph idx="16" type="pic"/>
          </p:nvPr>
        </p:nvSpPr>
        <p:spPr>
          <a:xfrm>
            <a:off x="942143" y="2666705"/>
            <a:ext cx="943800" cy="9438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19" name="Google Shape;319;p30"/>
          <p:cNvSpPr/>
          <p:nvPr>
            <p:ph idx="17" type="pic"/>
          </p:nvPr>
        </p:nvSpPr>
        <p:spPr>
          <a:xfrm>
            <a:off x="3001785" y="2765398"/>
            <a:ext cx="1078500" cy="84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20" name="Google Shape;320;p30"/>
          <p:cNvSpPr/>
          <p:nvPr>
            <p:ph idx="18" type="pic"/>
          </p:nvPr>
        </p:nvSpPr>
        <p:spPr>
          <a:xfrm>
            <a:off x="2733725" y="3996724"/>
            <a:ext cx="943800" cy="9438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21" name="Google Shape;321;p30"/>
          <p:cNvSpPr/>
          <p:nvPr>
            <p:ph idx="19" type="pic"/>
          </p:nvPr>
        </p:nvSpPr>
        <p:spPr>
          <a:xfrm>
            <a:off x="671603" y="4104479"/>
            <a:ext cx="1029600" cy="8451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322" name="Google Shape;322;p30"/>
          <p:cNvSpPr/>
          <p:nvPr>
            <p:ph idx="20" type="pic"/>
          </p:nvPr>
        </p:nvSpPr>
        <p:spPr>
          <a:xfrm>
            <a:off x="5117047" y="176817"/>
            <a:ext cx="1078500" cy="84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23" name="Google Shape;323;p30"/>
          <p:cNvSpPr/>
          <p:nvPr>
            <p:ph idx="21" type="pic"/>
          </p:nvPr>
        </p:nvSpPr>
        <p:spPr>
          <a:xfrm>
            <a:off x="7589511" y="1493717"/>
            <a:ext cx="845100" cy="845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324" name="Google Shape;324;p30"/>
          <p:cNvSpPr/>
          <p:nvPr>
            <p:ph idx="22" type="pic"/>
          </p:nvPr>
        </p:nvSpPr>
        <p:spPr>
          <a:xfrm>
            <a:off x="7405007" y="2680430"/>
            <a:ext cx="1029600" cy="1029600"/>
          </a:xfrm>
          <a:prstGeom prst="diamond">
            <a:avLst/>
          </a:prstGeom>
          <a:noFill/>
          <a:ln>
            <a:noFill/>
          </a:ln>
        </p:spPr>
      </p:sp>
      <p:sp>
        <p:nvSpPr>
          <p:cNvPr id="325" name="Google Shape;325;p30"/>
          <p:cNvSpPr/>
          <p:nvPr>
            <p:ph idx="23" type="pic"/>
          </p:nvPr>
        </p:nvSpPr>
        <p:spPr>
          <a:xfrm>
            <a:off x="5391900" y="3996724"/>
            <a:ext cx="943800" cy="9438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26" name="Google Shape;326;p30"/>
          <p:cNvSpPr txBox="1"/>
          <p:nvPr>
            <p:ph type="title"/>
          </p:nvPr>
        </p:nvSpPr>
        <p:spPr>
          <a:xfrm>
            <a:off x="488375" y="208325"/>
            <a:ext cx="35919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0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0"/>
          <p:cNvSpPr txBox="1"/>
          <p:nvPr>
            <p:ph idx="24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29" name="Google Shape;329;p30"/>
          <p:cNvSpPr txBox="1"/>
          <p:nvPr>
            <p:ph idx="25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6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16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entage">
  <p:cSld name="CUSTOM_2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/>
          <p:nvPr/>
        </p:nvSpPr>
        <p:spPr>
          <a:xfrm>
            <a:off x="4572000" y="-100"/>
            <a:ext cx="45807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3" name="Google Shape;333;p31"/>
          <p:cNvSpPr txBox="1"/>
          <p:nvPr>
            <p:ph type="title"/>
          </p:nvPr>
        </p:nvSpPr>
        <p:spPr>
          <a:xfrm>
            <a:off x="606176" y="209625"/>
            <a:ext cx="32025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4" name="Google Shape;334;p31"/>
          <p:cNvSpPr txBox="1"/>
          <p:nvPr>
            <p:ph idx="1" type="body"/>
          </p:nvPr>
        </p:nvSpPr>
        <p:spPr>
          <a:xfrm>
            <a:off x="637550" y="1316375"/>
            <a:ext cx="32025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2" type="title"/>
          </p:nvPr>
        </p:nvSpPr>
        <p:spPr>
          <a:xfrm>
            <a:off x="4903076" y="2401725"/>
            <a:ext cx="32025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3" type="body"/>
          </p:nvPr>
        </p:nvSpPr>
        <p:spPr>
          <a:xfrm>
            <a:off x="4934450" y="3508475"/>
            <a:ext cx="3202500" cy="13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337" name="Google Shape;337;p31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 txBox="1"/>
          <p:nvPr>
            <p:ph idx="4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_1_1_1_1_1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/>
          <p:nvPr/>
        </p:nvSpPr>
        <p:spPr>
          <a:xfrm>
            <a:off x="91634" y="-352519"/>
            <a:ext cx="31674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“</a:t>
            </a:r>
            <a:endParaRPr sz="40000">
              <a:solidFill>
                <a:schemeClr val="accen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698675" y="1292550"/>
            <a:ext cx="7746600" cy="25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32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2_1_1_1_1_1_2_1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/>
          <p:nvPr/>
        </p:nvSpPr>
        <p:spPr>
          <a:xfrm>
            <a:off x="565225" y="157000"/>
            <a:ext cx="8394600" cy="4218300"/>
          </a:xfrm>
          <a:prstGeom prst="wedgeRectCallout">
            <a:avLst>
              <a:gd fmla="val -33264" name="adj1"/>
              <a:gd fmla="val 63432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3"/>
          <p:cNvSpPr txBox="1"/>
          <p:nvPr/>
        </p:nvSpPr>
        <p:spPr>
          <a:xfrm>
            <a:off x="717625" y="78725"/>
            <a:ext cx="1926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“</a:t>
            </a:r>
            <a:endParaRPr sz="300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51" name="Google Shape;351;p33"/>
          <p:cNvSpPr txBox="1"/>
          <p:nvPr>
            <p:ph idx="1" type="subTitle"/>
          </p:nvPr>
        </p:nvSpPr>
        <p:spPr>
          <a:xfrm>
            <a:off x="2643625" y="454150"/>
            <a:ext cx="6090000" cy="3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33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3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55" name="Google Shape;355;p33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CUSTOM_2_1_1_1_1_1_2_1_1_1">
    <p:bg>
      <p:bgPr>
        <a:solidFill>
          <a:schemeClr val="dk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"/>
          <p:cNvSpPr/>
          <p:nvPr/>
        </p:nvSpPr>
        <p:spPr>
          <a:xfrm>
            <a:off x="565225" y="157000"/>
            <a:ext cx="8394600" cy="4218300"/>
          </a:xfrm>
          <a:prstGeom prst="wedgeRectCallout">
            <a:avLst>
              <a:gd fmla="val -33264" name="adj1"/>
              <a:gd fmla="val 63432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4"/>
          <p:cNvSpPr txBox="1"/>
          <p:nvPr/>
        </p:nvSpPr>
        <p:spPr>
          <a:xfrm>
            <a:off x="717625" y="78725"/>
            <a:ext cx="1926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“</a:t>
            </a:r>
            <a:endParaRPr sz="3000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2643625" y="454150"/>
            <a:ext cx="6090000" cy="3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34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4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2" name="Google Shape;362;p34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3" name="Google Shape;363;p34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sections">
  <p:cSld name="CUSTOM_2_1_1_1_1_1_2_1_2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 txBox="1"/>
          <p:nvPr>
            <p:ph idx="1" type="body"/>
          </p:nvPr>
        </p:nvSpPr>
        <p:spPr>
          <a:xfrm>
            <a:off x="1043825" y="3013059"/>
            <a:ext cx="21618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6" name="Google Shape;366;p35"/>
          <p:cNvSpPr txBox="1"/>
          <p:nvPr>
            <p:ph type="title"/>
          </p:nvPr>
        </p:nvSpPr>
        <p:spPr>
          <a:xfrm>
            <a:off x="328350" y="160550"/>
            <a:ext cx="8487300" cy="14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7" name="Google Shape;367;p35"/>
          <p:cNvSpPr/>
          <p:nvPr/>
        </p:nvSpPr>
        <p:spPr>
          <a:xfrm>
            <a:off x="1842125" y="2085075"/>
            <a:ext cx="565200" cy="423900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4490425" y="2029575"/>
            <a:ext cx="534900" cy="534900"/>
          </a:xfrm>
          <a:prstGeom prst="diamond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9" name="Google Shape;369;p35"/>
          <p:cNvSpPr/>
          <p:nvPr/>
        </p:nvSpPr>
        <p:spPr>
          <a:xfrm rot="2700000">
            <a:off x="7215267" y="2132761"/>
            <a:ext cx="379716" cy="45947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0" name="Google Shape;370;p35"/>
          <p:cNvSpPr txBox="1"/>
          <p:nvPr>
            <p:ph idx="2" type="subTitle"/>
          </p:nvPr>
        </p:nvSpPr>
        <p:spPr>
          <a:xfrm>
            <a:off x="1043825" y="2547008"/>
            <a:ext cx="2161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3" type="body"/>
          </p:nvPr>
        </p:nvSpPr>
        <p:spPr>
          <a:xfrm>
            <a:off x="3676975" y="3013059"/>
            <a:ext cx="21618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2" name="Google Shape;372;p35"/>
          <p:cNvSpPr txBox="1"/>
          <p:nvPr>
            <p:ph idx="4" type="subTitle"/>
          </p:nvPr>
        </p:nvSpPr>
        <p:spPr>
          <a:xfrm>
            <a:off x="3676975" y="2547008"/>
            <a:ext cx="2161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idx="5" type="body"/>
          </p:nvPr>
        </p:nvSpPr>
        <p:spPr>
          <a:xfrm>
            <a:off x="6324225" y="3013059"/>
            <a:ext cx="21618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subTitle"/>
          </p:nvPr>
        </p:nvSpPr>
        <p:spPr>
          <a:xfrm>
            <a:off x="6324225" y="2547008"/>
            <a:ext cx="21618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5" name="Google Shape;375;p35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5"/>
          <p:cNvSpPr txBox="1"/>
          <p:nvPr>
            <p:ph idx="7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7" name="Google Shape;377;p35"/>
          <p:cNvSpPr txBox="1"/>
          <p:nvPr>
            <p:ph idx="8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8" name="Google Shape;378;p35"/>
          <p:cNvSpPr txBox="1"/>
          <p:nvPr>
            <p:ph idx="9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>
  <p:cSld name="CUSTOM_2_1_1_1_1_1_2_1_2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/>
          <p:nvPr>
            <p:ph type="title"/>
          </p:nvPr>
        </p:nvSpPr>
        <p:spPr>
          <a:xfrm>
            <a:off x="488375" y="208325"/>
            <a:ext cx="35919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1" name="Google Shape;381;p36"/>
          <p:cNvCxnSpPr/>
          <p:nvPr/>
        </p:nvCxnSpPr>
        <p:spPr>
          <a:xfrm>
            <a:off x="4773100" y="761825"/>
            <a:ext cx="0" cy="3698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2" name="Google Shape;382;p36"/>
          <p:cNvCxnSpPr/>
          <p:nvPr/>
        </p:nvCxnSpPr>
        <p:spPr>
          <a:xfrm>
            <a:off x="1009900" y="2470625"/>
            <a:ext cx="7526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83" name="Google Shape;383;p36"/>
          <p:cNvSpPr/>
          <p:nvPr>
            <p:ph idx="2" type="pic"/>
          </p:nvPr>
        </p:nvSpPr>
        <p:spPr>
          <a:xfrm>
            <a:off x="1976010" y="868478"/>
            <a:ext cx="515100" cy="515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384" name="Google Shape;384;p36"/>
          <p:cNvSpPr/>
          <p:nvPr>
            <p:ph idx="3" type="pic"/>
          </p:nvPr>
        </p:nvSpPr>
        <p:spPr>
          <a:xfrm>
            <a:off x="7293297" y="3715450"/>
            <a:ext cx="627900" cy="627900"/>
          </a:xfrm>
          <a:prstGeom prst="diamond">
            <a:avLst/>
          </a:prstGeom>
          <a:noFill/>
          <a:ln>
            <a:noFill/>
          </a:ln>
        </p:spPr>
      </p:sp>
      <p:sp>
        <p:nvSpPr>
          <p:cNvPr id="385" name="Google Shape;385;p36"/>
          <p:cNvSpPr/>
          <p:nvPr>
            <p:ph idx="4" type="pic"/>
          </p:nvPr>
        </p:nvSpPr>
        <p:spPr>
          <a:xfrm>
            <a:off x="3876878" y="1617353"/>
            <a:ext cx="627900" cy="5151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386" name="Google Shape;386;p36"/>
          <p:cNvSpPr/>
          <p:nvPr>
            <p:ph idx="5" type="pic"/>
          </p:nvPr>
        </p:nvSpPr>
        <p:spPr>
          <a:xfrm>
            <a:off x="5406064" y="868478"/>
            <a:ext cx="657600" cy="51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87" name="Google Shape;387;p36"/>
          <p:cNvSpPr/>
          <p:nvPr>
            <p:ph idx="6" type="pic"/>
          </p:nvPr>
        </p:nvSpPr>
        <p:spPr>
          <a:xfrm>
            <a:off x="5061306" y="1656719"/>
            <a:ext cx="575700" cy="5757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88" name="Google Shape;388;p36"/>
          <p:cNvSpPr/>
          <p:nvPr>
            <p:ph idx="7" type="pic"/>
          </p:nvPr>
        </p:nvSpPr>
        <p:spPr>
          <a:xfrm>
            <a:off x="3140485" y="813462"/>
            <a:ext cx="515100" cy="515100"/>
          </a:xfrm>
          <a:prstGeom prst="octagon">
            <a:avLst>
              <a:gd fmla="val 29289" name="adj"/>
            </a:avLst>
          </a:prstGeom>
          <a:noFill/>
          <a:ln>
            <a:noFill/>
          </a:ln>
        </p:spPr>
      </p:sp>
      <p:sp>
        <p:nvSpPr>
          <p:cNvPr id="389" name="Google Shape;389;p36"/>
          <p:cNvSpPr/>
          <p:nvPr>
            <p:ph idx="8" type="pic"/>
          </p:nvPr>
        </p:nvSpPr>
        <p:spPr>
          <a:xfrm>
            <a:off x="3044407" y="3311287"/>
            <a:ext cx="515100" cy="515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390" name="Google Shape;390;p36"/>
          <p:cNvSpPr/>
          <p:nvPr>
            <p:ph idx="9" type="pic"/>
          </p:nvPr>
        </p:nvSpPr>
        <p:spPr>
          <a:xfrm>
            <a:off x="5235484" y="2756837"/>
            <a:ext cx="657600" cy="51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91" name="Google Shape;391;p36"/>
          <p:cNvSpPr/>
          <p:nvPr>
            <p:ph idx="13" type="pic"/>
          </p:nvPr>
        </p:nvSpPr>
        <p:spPr>
          <a:xfrm>
            <a:off x="3735019" y="2611064"/>
            <a:ext cx="575700" cy="5757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92" name="Google Shape;392;p36"/>
          <p:cNvSpPr/>
          <p:nvPr>
            <p:ph idx="14" type="pic"/>
          </p:nvPr>
        </p:nvSpPr>
        <p:spPr>
          <a:xfrm>
            <a:off x="5986712" y="1687037"/>
            <a:ext cx="657600" cy="51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93" name="Google Shape;393;p36"/>
          <p:cNvSpPr/>
          <p:nvPr>
            <p:ph idx="15" type="pic"/>
          </p:nvPr>
        </p:nvSpPr>
        <p:spPr>
          <a:xfrm>
            <a:off x="5986700" y="3473305"/>
            <a:ext cx="575700" cy="5757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sp>
      <p:sp>
        <p:nvSpPr>
          <p:cNvPr id="394" name="Google Shape;394;p36"/>
          <p:cNvSpPr/>
          <p:nvPr>
            <p:ph idx="16" type="pic"/>
          </p:nvPr>
        </p:nvSpPr>
        <p:spPr>
          <a:xfrm>
            <a:off x="2182387" y="2641378"/>
            <a:ext cx="627900" cy="515100"/>
          </a:xfrm>
          <a:prstGeom prst="trapezoid">
            <a:avLst>
              <a:gd fmla="val 12350" name="adj"/>
            </a:avLst>
          </a:prstGeom>
          <a:noFill/>
          <a:ln>
            <a:noFill/>
          </a:ln>
        </p:spPr>
      </p:sp>
      <p:sp>
        <p:nvSpPr>
          <p:cNvPr id="395" name="Google Shape;395;p36"/>
          <p:cNvSpPr/>
          <p:nvPr>
            <p:ph idx="17" type="pic"/>
          </p:nvPr>
        </p:nvSpPr>
        <p:spPr>
          <a:xfrm>
            <a:off x="2571711" y="1675003"/>
            <a:ext cx="657600" cy="5151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396" name="Google Shape;396;p36"/>
          <p:cNvSpPr/>
          <p:nvPr>
            <p:ph idx="18" type="pic"/>
          </p:nvPr>
        </p:nvSpPr>
        <p:spPr>
          <a:xfrm>
            <a:off x="6778204" y="2796165"/>
            <a:ext cx="515100" cy="515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397" name="Google Shape;397;p36"/>
          <p:cNvSpPr/>
          <p:nvPr>
            <p:ph idx="19" type="pic"/>
          </p:nvPr>
        </p:nvSpPr>
        <p:spPr>
          <a:xfrm>
            <a:off x="4459150" y="3447212"/>
            <a:ext cx="627900" cy="627900"/>
          </a:xfrm>
          <a:prstGeom prst="diamond">
            <a:avLst/>
          </a:prstGeom>
          <a:noFill/>
          <a:ln>
            <a:noFill/>
          </a:ln>
        </p:spPr>
      </p:sp>
      <p:sp>
        <p:nvSpPr>
          <p:cNvPr id="398" name="Google Shape;398;p36"/>
          <p:cNvSpPr txBox="1"/>
          <p:nvPr>
            <p:ph idx="1" type="subTitle"/>
          </p:nvPr>
        </p:nvSpPr>
        <p:spPr>
          <a:xfrm>
            <a:off x="347550" y="2132450"/>
            <a:ext cx="1429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36"/>
          <p:cNvSpPr txBox="1"/>
          <p:nvPr>
            <p:ph idx="20" type="subTitle"/>
          </p:nvPr>
        </p:nvSpPr>
        <p:spPr>
          <a:xfrm>
            <a:off x="7714800" y="2132450"/>
            <a:ext cx="1429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36"/>
          <p:cNvSpPr txBox="1"/>
          <p:nvPr>
            <p:ph idx="21" type="subTitle"/>
          </p:nvPr>
        </p:nvSpPr>
        <p:spPr>
          <a:xfrm>
            <a:off x="4059250" y="4459925"/>
            <a:ext cx="1429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36"/>
          <p:cNvSpPr txBox="1"/>
          <p:nvPr>
            <p:ph idx="22" type="subTitle"/>
          </p:nvPr>
        </p:nvSpPr>
        <p:spPr>
          <a:xfrm>
            <a:off x="4059250" y="436775"/>
            <a:ext cx="1429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36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6"/>
          <p:cNvSpPr txBox="1"/>
          <p:nvPr>
            <p:ph idx="23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04" name="Google Shape;404;p36"/>
          <p:cNvSpPr txBox="1"/>
          <p:nvPr>
            <p:ph idx="24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05" name="Google Shape;405;p36"/>
          <p:cNvSpPr txBox="1"/>
          <p:nvPr>
            <p:ph idx="25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2_1_1_1_1_1_2_1_2_1_1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7"/>
          <p:cNvSpPr txBox="1"/>
          <p:nvPr>
            <p:ph type="title"/>
          </p:nvPr>
        </p:nvSpPr>
        <p:spPr>
          <a:xfrm>
            <a:off x="488375" y="208325"/>
            <a:ext cx="35919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37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11" name="Google Shape;411;p37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hoto 1">
  <p:cSld name="CUSTOM_2_1_1_1_1_1_2_1_2_1_1_1_1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8"/>
          <p:cNvSpPr/>
          <p:nvPr>
            <p:ph idx="2" type="pic"/>
          </p:nvPr>
        </p:nvSpPr>
        <p:spPr>
          <a:xfrm>
            <a:off x="689875" y="185050"/>
            <a:ext cx="8111950" cy="4786950"/>
          </a:xfrm>
          <a:prstGeom prst="flowChartPreparation">
            <a:avLst/>
          </a:prstGeom>
          <a:noFill/>
          <a:ln>
            <a:noFill/>
          </a:ln>
        </p:spPr>
      </p:sp>
      <p:sp>
        <p:nvSpPr>
          <p:cNvPr id="414" name="Google Shape;414;p38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8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17" name="Google Shape;417;p38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hoto 2">
  <p:cSld name="CUSTOM_1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9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2" name="Google Shape;422;p39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3" name="Google Shape;423;p39"/>
          <p:cNvSpPr/>
          <p:nvPr>
            <p:ph idx="4" type="pic"/>
          </p:nvPr>
        </p:nvSpPr>
        <p:spPr>
          <a:xfrm>
            <a:off x="843975" y="354000"/>
            <a:ext cx="7455900" cy="4449000"/>
          </a:xfrm>
          <a:prstGeom prst="trapezoid">
            <a:avLst>
              <a:gd fmla="val 25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board &amp; stickers 1">
  <p:cSld name="CUSTOM_2_1_1_1_1_1_2_1_2_1_1_1_2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0"/>
          <p:cNvSpPr txBox="1"/>
          <p:nvPr>
            <p:ph idx="1" type="subTitle"/>
          </p:nvPr>
        </p:nvSpPr>
        <p:spPr>
          <a:xfrm>
            <a:off x="698675" y="1292550"/>
            <a:ext cx="7746600" cy="25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6" name="Google Shape;426;p40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0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8" name="Google Shape;428;p40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9" name="Google Shape;429;p40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board &amp; stickers 2">
  <p:cSld name="CUSTOM_2_1_1_1_1_1_2_1_2_1_1_1_2_1">
    <p:bg>
      <p:bgPr>
        <a:solidFill>
          <a:schemeClr val="dk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idx="1" type="subTitle"/>
          </p:nvPr>
        </p:nvSpPr>
        <p:spPr>
          <a:xfrm>
            <a:off x="698675" y="1292550"/>
            <a:ext cx="7746600" cy="25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2" name="Google Shape;432;p41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34" name="Google Shape;434;p41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board &amp; stickers 3">
  <p:cSld name="CUSTOM_2_1_1_1_1_1_2_1_2_1_1_1_2_1_1">
    <p:bg>
      <p:bgPr>
        <a:solidFill>
          <a:schemeClr val="accent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 txBox="1"/>
          <p:nvPr>
            <p:ph idx="1" type="subTitle"/>
          </p:nvPr>
        </p:nvSpPr>
        <p:spPr>
          <a:xfrm>
            <a:off x="698675" y="1292550"/>
            <a:ext cx="7746600" cy="25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42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2"/>
          <p:cNvSpPr txBox="1"/>
          <p:nvPr>
            <p:ph idx="2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40" name="Google Shape;440;p42"/>
          <p:cNvSpPr txBox="1"/>
          <p:nvPr>
            <p:ph idx="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41" name="Google Shape;441;p42"/>
          <p:cNvSpPr txBox="1"/>
          <p:nvPr>
            <p:ph idx="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">
  <p:cSld name="CUSTOM_7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3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45" name="Google Shape;445;p43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46" name="Google Shape;446;p43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47" name="Google Shape;447;p43"/>
          <p:cNvSpPr txBox="1"/>
          <p:nvPr>
            <p:ph idx="4" type="subTitle"/>
          </p:nvPr>
        </p:nvSpPr>
        <p:spPr>
          <a:xfrm>
            <a:off x="942150" y="315025"/>
            <a:ext cx="22635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8" name="Google Shape;448;p43"/>
          <p:cNvSpPr txBox="1"/>
          <p:nvPr>
            <p:ph idx="5" type="body"/>
          </p:nvPr>
        </p:nvSpPr>
        <p:spPr>
          <a:xfrm>
            <a:off x="942150" y="883725"/>
            <a:ext cx="2263500" cy="16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&amp; photo">
  <p:cSld name="CUSTOM_8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4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4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52" name="Google Shape;452;p44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53" name="Google Shape;453;p44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54" name="Google Shape;454;p44"/>
          <p:cNvSpPr txBox="1"/>
          <p:nvPr>
            <p:ph idx="4" type="subTitle"/>
          </p:nvPr>
        </p:nvSpPr>
        <p:spPr>
          <a:xfrm>
            <a:off x="942150" y="315025"/>
            <a:ext cx="22635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5" name="Google Shape;455;p44"/>
          <p:cNvSpPr txBox="1"/>
          <p:nvPr>
            <p:ph idx="5" type="body"/>
          </p:nvPr>
        </p:nvSpPr>
        <p:spPr>
          <a:xfrm>
            <a:off x="942150" y="883725"/>
            <a:ext cx="2263500" cy="16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6" name="Google Shape;456;p44"/>
          <p:cNvSpPr/>
          <p:nvPr/>
        </p:nvSpPr>
        <p:spPr>
          <a:xfrm>
            <a:off x="1062075" y="2488750"/>
            <a:ext cx="2510100" cy="2447100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4"/>
          <p:cNvSpPr/>
          <p:nvPr>
            <p:ph idx="6" type="pic"/>
          </p:nvPr>
        </p:nvSpPr>
        <p:spPr>
          <a:xfrm rot="150">
            <a:off x="3334012" y="-655978"/>
            <a:ext cx="6888300" cy="4695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9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5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61" name="Google Shape;461;p45"/>
          <p:cNvSpPr txBox="1"/>
          <p:nvPr>
            <p:ph idx="2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62" name="Google Shape;462;p45"/>
          <p:cNvSpPr txBox="1"/>
          <p:nvPr>
            <p:ph idx="3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63" name="Google Shape;463;p45"/>
          <p:cNvSpPr txBox="1"/>
          <p:nvPr>
            <p:ph type="title"/>
          </p:nvPr>
        </p:nvSpPr>
        <p:spPr>
          <a:xfrm>
            <a:off x="942150" y="84350"/>
            <a:ext cx="7265100" cy="18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4" name="Google Shape;464;p45"/>
          <p:cNvSpPr txBox="1"/>
          <p:nvPr>
            <p:ph idx="4" type="body"/>
          </p:nvPr>
        </p:nvSpPr>
        <p:spPr>
          <a:xfrm>
            <a:off x="942150" y="1604200"/>
            <a:ext cx="4407000" cy="31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0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6"/>
          <p:cNvSpPr/>
          <p:nvPr>
            <p:ph idx="2" type="pic"/>
          </p:nvPr>
        </p:nvSpPr>
        <p:spPr>
          <a:xfrm>
            <a:off x="580725" y="1856050"/>
            <a:ext cx="1321800" cy="12924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467" name="Google Shape;467;p46"/>
          <p:cNvSpPr/>
          <p:nvPr>
            <p:ph idx="3" type="pic"/>
          </p:nvPr>
        </p:nvSpPr>
        <p:spPr>
          <a:xfrm>
            <a:off x="580725" y="3440225"/>
            <a:ext cx="1392900" cy="1292400"/>
          </a:xfrm>
          <a:prstGeom prst="chord">
            <a:avLst>
              <a:gd fmla="val 2700000" name="adj1"/>
              <a:gd fmla="val 20217993" name="adj2"/>
            </a:avLst>
          </a:prstGeom>
          <a:noFill/>
          <a:ln>
            <a:noFill/>
          </a:ln>
        </p:spPr>
      </p:sp>
      <p:sp>
        <p:nvSpPr>
          <p:cNvPr id="468" name="Google Shape;468;p46"/>
          <p:cNvSpPr/>
          <p:nvPr>
            <p:ph idx="4" type="pic"/>
          </p:nvPr>
        </p:nvSpPr>
        <p:spPr>
          <a:xfrm>
            <a:off x="7214900" y="3440300"/>
            <a:ext cx="1570200" cy="129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9" name="Google Shape;469;p46"/>
          <p:cNvSpPr/>
          <p:nvPr>
            <p:ph idx="5" type="pic"/>
          </p:nvPr>
        </p:nvSpPr>
        <p:spPr>
          <a:xfrm>
            <a:off x="1937675" y="3433025"/>
            <a:ext cx="5030100" cy="1292400"/>
          </a:xfrm>
          <a:prstGeom prst="trapezoid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470" name="Google Shape;470;p46"/>
          <p:cNvSpPr/>
          <p:nvPr>
            <p:ph idx="6" type="pic"/>
          </p:nvPr>
        </p:nvSpPr>
        <p:spPr>
          <a:xfrm>
            <a:off x="3858025" y="1856050"/>
            <a:ext cx="4927200" cy="129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1" name="Google Shape;471;p46"/>
          <p:cNvSpPr/>
          <p:nvPr>
            <p:ph idx="7" type="pic"/>
          </p:nvPr>
        </p:nvSpPr>
        <p:spPr>
          <a:xfrm>
            <a:off x="2165350" y="1856050"/>
            <a:ext cx="1430100" cy="1292400"/>
          </a:xfrm>
          <a:prstGeom prst="hexagon">
            <a:avLst>
              <a:gd fmla="val 25000" name="adj"/>
              <a:gd fmla="val 115470" name="vf"/>
            </a:avLst>
          </a:prstGeom>
          <a:noFill/>
          <a:ln>
            <a:noFill/>
          </a:ln>
        </p:spPr>
      </p:sp>
      <p:sp>
        <p:nvSpPr>
          <p:cNvPr id="472" name="Google Shape;472;p46"/>
          <p:cNvSpPr/>
          <p:nvPr>
            <p:ph idx="8" type="pic"/>
          </p:nvPr>
        </p:nvSpPr>
        <p:spPr>
          <a:xfrm>
            <a:off x="7492700" y="233225"/>
            <a:ext cx="1292400" cy="12924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473" name="Google Shape;473;p46"/>
          <p:cNvSpPr/>
          <p:nvPr>
            <p:ph idx="9" type="pic"/>
          </p:nvPr>
        </p:nvSpPr>
        <p:spPr>
          <a:xfrm>
            <a:off x="610250" y="271775"/>
            <a:ext cx="6838800" cy="1292400"/>
          </a:xfrm>
          <a:prstGeom prst="parallelogram">
            <a:avLst>
              <a:gd fmla="val 25000" name="adj"/>
            </a:avLst>
          </a:prstGeom>
          <a:noFill/>
          <a:ln>
            <a:noFill/>
          </a:ln>
        </p:spPr>
      </p:sp>
      <p:sp>
        <p:nvSpPr>
          <p:cNvPr id="474" name="Google Shape;474;p46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6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76" name="Google Shape;476;p46"/>
          <p:cNvSpPr txBox="1"/>
          <p:nvPr>
            <p:ph idx="13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77" name="Google Shape;477;p46"/>
          <p:cNvSpPr txBox="1"/>
          <p:nvPr>
            <p:ph idx="14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78" name="Google Shape;478;p46"/>
          <p:cNvSpPr txBox="1"/>
          <p:nvPr>
            <p:ph idx="15" type="body"/>
          </p:nvPr>
        </p:nvSpPr>
        <p:spPr>
          <a:xfrm>
            <a:off x="610250" y="1525625"/>
            <a:ext cx="65151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79" name="Google Shape;479;p46"/>
          <p:cNvSpPr txBox="1"/>
          <p:nvPr>
            <p:ph idx="16" type="body"/>
          </p:nvPr>
        </p:nvSpPr>
        <p:spPr>
          <a:xfrm>
            <a:off x="7509425" y="1525625"/>
            <a:ext cx="12924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80" name="Google Shape;480;p46"/>
          <p:cNvSpPr txBox="1"/>
          <p:nvPr>
            <p:ph idx="17" type="body"/>
          </p:nvPr>
        </p:nvSpPr>
        <p:spPr>
          <a:xfrm>
            <a:off x="580725" y="3148450"/>
            <a:ext cx="12924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81" name="Google Shape;481;p46"/>
          <p:cNvSpPr txBox="1"/>
          <p:nvPr>
            <p:ph idx="18" type="body"/>
          </p:nvPr>
        </p:nvSpPr>
        <p:spPr>
          <a:xfrm>
            <a:off x="2165400" y="3148450"/>
            <a:ext cx="14301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82" name="Google Shape;482;p46"/>
          <p:cNvSpPr txBox="1"/>
          <p:nvPr>
            <p:ph idx="19" type="body"/>
          </p:nvPr>
        </p:nvSpPr>
        <p:spPr>
          <a:xfrm>
            <a:off x="3858025" y="3148450"/>
            <a:ext cx="49437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83" name="Google Shape;483;p46"/>
          <p:cNvSpPr txBox="1"/>
          <p:nvPr>
            <p:ph idx="20" type="body"/>
          </p:nvPr>
        </p:nvSpPr>
        <p:spPr>
          <a:xfrm>
            <a:off x="1937675" y="4725425"/>
            <a:ext cx="50301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84" name="Google Shape;484;p46"/>
          <p:cNvSpPr txBox="1"/>
          <p:nvPr>
            <p:ph idx="21" type="body"/>
          </p:nvPr>
        </p:nvSpPr>
        <p:spPr>
          <a:xfrm>
            <a:off x="610250" y="4725425"/>
            <a:ext cx="12630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85" name="Google Shape;485;p46"/>
          <p:cNvSpPr txBox="1"/>
          <p:nvPr>
            <p:ph idx="22" type="body"/>
          </p:nvPr>
        </p:nvSpPr>
        <p:spPr>
          <a:xfrm>
            <a:off x="7214900" y="4725425"/>
            <a:ext cx="15870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●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○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Char char="■"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 2">
  <p:cSld name="CUSTOM_12">
    <p:bg>
      <p:bgPr>
        <a:solidFill>
          <a:schemeClr val="dk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/>
          <p:nvPr>
            <p:ph idx="2" type="pic"/>
          </p:nvPr>
        </p:nvSpPr>
        <p:spPr>
          <a:xfrm>
            <a:off x="1300175" y="354000"/>
            <a:ext cx="4204800" cy="2957100"/>
          </a:xfrm>
          <a:prstGeom prst="parallelogram">
            <a:avLst>
              <a:gd fmla="val 41235" name="adj"/>
            </a:avLst>
          </a:prstGeom>
          <a:noFill/>
          <a:ln>
            <a:noFill/>
          </a:ln>
        </p:spPr>
      </p:sp>
      <p:sp>
        <p:nvSpPr>
          <p:cNvPr id="488" name="Google Shape;488;p47"/>
          <p:cNvSpPr/>
          <p:nvPr>
            <p:ph idx="3" type="pic"/>
          </p:nvPr>
        </p:nvSpPr>
        <p:spPr>
          <a:xfrm>
            <a:off x="4894175" y="354000"/>
            <a:ext cx="3907800" cy="1478400"/>
          </a:xfrm>
          <a:prstGeom prst="parallelogram">
            <a:avLst>
              <a:gd fmla="val 41235" name="adj"/>
            </a:avLst>
          </a:prstGeom>
          <a:noFill/>
          <a:ln>
            <a:noFill/>
          </a:ln>
        </p:spPr>
      </p:sp>
      <p:sp>
        <p:nvSpPr>
          <p:cNvPr id="489" name="Google Shape;489;p47"/>
          <p:cNvSpPr/>
          <p:nvPr>
            <p:ph idx="4" type="pic"/>
          </p:nvPr>
        </p:nvSpPr>
        <p:spPr>
          <a:xfrm>
            <a:off x="4280325" y="1832550"/>
            <a:ext cx="2579700" cy="1478400"/>
          </a:xfrm>
          <a:prstGeom prst="parallelogram">
            <a:avLst>
              <a:gd fmla="val 41235" name="adj"/>
            </a:avLst>
          </a:prstGeom>
          <a:noFill/>
          <a:ln>
            <a:noFill/>
          </a:ln>
        </p:spPr>
      </p:sp>
      <p:sp>
        <p:nvSpPr>
          <p:cNvPr id="490" name="Google Shape;490;p47"/>
          <p:cNvSpPr/>
          <p:nvPr>
            <p:ph idx="5" type="pic"/>
          </p:nvPr>
        </p:nvSpPr>
        <p:spPr>
          <a:xfrm>
            <a:off x="5660175" y="1832550"/>
            <a:ext cx="2537100" cy="2957100"/>
          </a:xfrm>
          <a:prstGeom prst="parallelogram">
            <a:avLst>
              <a:gd fmla="val 41235" name="adj"/>
            </a:avLst>
          </a:prstGeom>
          <a:noFill/>
          <a:ln>
            <a:noFill/>
          </a:ln>
        </p:spPr>
      </p:sp>
      <p:sp>
        <p:nvSpPr>
          <p:cNvPr id="491" name="Google Shape;491;p47"/>
          <p:cNvSpPr/>
          <p:nvPr>
            <p:ph idx="6" type="pic"/>
          </p:nvPr>
        </p:nvSpPr>
        <p:spPr>
          <a:xfrm>
            <a:off x="695350" y="3311100"/>
            <a:ext cx="5587500" cy="1478400"/>
          </a:xfrm>
          <a:prstGeom prst="parallelogram">
            <a:avLst>
              <a:gd fmla="val 41235" name="adj"/>
            </a:avLst>
          </a:prstGeom>
          <a:noFill/>
          <a:ln>
            <a:noFill/>
          </a:ln>
        </p:spPr>
      </p:sp>
      <p:sp>
        <p:nvSpPr>
          <p:cNvPr id="492" name="Google Shape;492;p47"/>
          <p:cNvSpPr/>
          <p:nvPr/>
        </p:nvSpPr>
        <p:spPr>
          <a:xfrm>
            <a:off x="100" y="0"/>
            <a:ext cx="34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7"/>
          <p:cNvSpPr txBox="1"/>
          <p:nvPr>
            <p:ph idx="1" type="subTitle"/>
          </p:nvPr>
        </p:nvSpPr>
        <p:spPr>
          <a:xfrm rot="5400000">
            <a:off x="-635125" y="716225"/>
            <a:ext cx="16164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94" name="Google Shape;494;p47"/>
          <p:cNvSpPr txBox="1"/>
          <p:nvPr>
            <p:ph idx="7" type="subTitle"/>
          </p:nvPr>
        </p:nvSpPr>
        <p:spPr>
          <a:xfrm rot="5400000">
            <a:off x="-591025" y="4140400"/>
            <a:ext cx="1529100" cy="3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95" name="Google Shape;495;p47"/>
          <p:cNvSpPr txBox="1"/>
          <p:nvPr>
            <p:ph idx="8" type="subTitle"/>
          </p:nvPr>
        </p:nvSpPr>
        <p:spPr>
          <a:xfrm rot="5400000">
            <a:off x="-578575" y="2397750"/>
            <a:ext cx="15033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Work Sans Medium"/>
              <a:buNone/>
              <a:defRPr sz="9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0" name="Google Shape;500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1" name="Google Shape;50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4" name="Google Shape;50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07" name="Google Shape;50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8" name="Google Shape;50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11" name="Google Shape;511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2" name="Google Shape;512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3" name="Google Shape;51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16" name="Google Shape;51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9" name="Google Shape;519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0" name="Google Shape;52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3" name="Google Shape;52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7" name="Google Shape;527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8" name="Google Shape;528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532" name="Google Shape;53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5" name="Google Shape;535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6" name="Google Shape;53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39" name="Google Shape;53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5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1" name="Google Shape;541;p5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2" name="Google Shape;542;p5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3" name="Google Shape;543;p5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4" name="Google Shape;544;p5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5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48" name="Google Shape;548;p6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9" name="Google Shape;549;p6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4" name="Google Shape;554;p6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5" name="Google Shape;555;p6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6" name="Google Shape;556;p6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7" name="Google Shape;557;p6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_2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6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1" name="Google Shape;561;p6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2" name="Google Shape;562;p6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6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6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6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6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0" name="Google Shape;570;p6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6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6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80" name="Google Shape;58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6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89" name="Google Shape;589;p6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0" name="Google Shape;590;p6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3" name="Google Shape;593;p6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6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6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7" name="Google Shape;597;p6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8" name="Google Shape;59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00" name="Google Shape;600;p6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1" name="Google Shape;601;p6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2" name="Google Shape;602;p6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6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6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6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15" name="Google Shape;615;p6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6" name="Google Shape;616;p6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7" name="Google Shape;617;p6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7550" y="84350"/>
            <a:ext cx="8454300" cy="3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Unbounded"/>
              <a:buNone/>
              <a:defRPr sz="56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Font typeface="Unbounded"/>
              <a:buNone/>
              <a:defRPr sz="5600">
                <a:latin typeface="Unbounded"/>
                <a:ea typeface="Unbounded"/>
                <a:cs typeface="Unbounded"/>
                <a:sym typeface="Unbounde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4600" y="3770150"/>
            <a:ext cx="57186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●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○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■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●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○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■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●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○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ork Sans"/>
              <a:buChar char="■"/>
              <a:defRPr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53">
          <p15:clr>
            <a:srgbClr val="E46962"/>
          </p15:clr>
        </p15:guide>
        <p15:guide id="26" orient="horz" pos="319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9"/>
          <p:cNvSpPr txBox="1"/>
          <p:nvPr>
            <p:ph type="title"/>
          </p:nvPr>
        </p:nvSpPr>
        <p:spPr>
          <a:xfrm>
            <a:off x="328350" y="991800"/>
            <a:ext cx="8487300" cy="31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solidFill>
                  <a:srgbClr val="FF0000"/>
                </a:solidFill>
              </a:rPr>
              <a:t>CONNECT</a:t>
            </a:r>
            <a:r>
              <a:rPr lang="en" sz="6800"/>
              <a:t> </a:t>
            </a:r>
            <a:r>
              <a:rPr lang="en" sz="6800">
                <a:solidFill>
                  <a:schemeClr val="accent1"/>
                </a:solidFill>
              </a:rPr>
              <a:t>4</a:t>
            </a:r>
            <a:endParaRPr sz="68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</a:rPr>
              <a:t>Four in a row,</a:t>
            </a:r>
            <a:r>
              <a:rPr lang="en" sz="1400">
                <a:solidFill>
                  <a:schemeClr val="lt1"/>
                </a:solidFill>
              </a:rPr>
              <a:t> coded in Python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623" name="Google Shape;623;p69"/>
          <p:cNvSpPr txBox="1"/>
          <p:nvPr>
            <p:ph idx="1" type="subTitle"/>
          </p:nvPr>
        </p:nvSpPr>
        <p:spPr>
          <a:xfrm>
            <a:off x="1568850" y="3519600"/>
            <a:ext cx="60063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>
                <a:solidFill>
                  <a:schemeClr val="lt1"/>
                </a:solidFill>
              </a:rPr>
              <a:t>AXEL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VASQUEZ</a:t>
            </a:r>
            <a:r>
              <a:rPr lang="en"/>
              <a:t> </a:t>
            </a:r>
            <a:endParaRPr/>
          </a:p>
        </p:txBody>
      </p:sp>
      <p:pic>
        <p:nvPicPr>
          <p:cNvPr id="624" name="Google Shape;6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50" y="2805025"/>
            <a:ext cx="2373476" cy="23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7250" y="3294050"/>
            <a:ext cx="1860100" cy="184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000000"/>
      </a:dk1>
      <a:lt1>
        <a:srgbClr val="E02D00"/>
      </a:lt1>
      <a:dk2>
        <a:srgbClr val="FCFCFC"/>
      </a:dk2>
      <a:lt2>
        <a:srgbClr val="909090"/>
      </a:lt2>
      <a:accent1>
        <a:srgbClr val="F1F55A"/>
      </a:accent1>
      <a:accent2>
        <a:srgbClr val="F8920A"/>
      </a:accent2>
      <a:accent3>
        <a:srgbClr val="D15E00"/>
      </a:accent3>
      <a:accent4>
        <a:srgbClr val="FFC9B5"/>
      </a:accent4>
      <a:accent5>
        <a:srgbClr val="B7CCA9"/>
      </a:accent5>
      <a:accent6>
        <a:srgbClr val="D5C5C8"/>
      </a:accent6>
      <a:hlink>
        <a:srgbClr val="E02D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